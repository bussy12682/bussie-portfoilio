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717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9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0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263265" y="2865120"/>
            <a:ext cx="5665470" cy="1127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7500">
                <a:solidFill>
                  <a:schemeClr val="accent2">
                    <a:lumMod val="60000"/>
                    <a:lumOff val="40000"/>
                  </a:schemeClr>
                </a:solidFill>
              </a:rPr>
              <a:t>Dashboards</a:t>
            </a:r>
            <a:endParaRPr lang="en-US" altLang="en-US" sz="750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xecuti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903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me &amp; per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846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pt &amp; Expen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6943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egional perf..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03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loss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649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42975" y="800100"/>
            <a:ext cx="10369550" cy="4304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accent1"/>
                </a:solidFill>
              </a:rPr>
              <a:t>Business Value</a:t>
            </a:r>
            <a:endParaRPr lang="en-US" altLang="en-US" sz="2400" b="1">
              <a:solidFill>
                <a:schemeClr val="accent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 sz="2400">
                <a:solidFill>
                  <a:schemeClr val="bg1"/>
                </a:solidFill>
              </a:rPr>
              <a:t>The analysis transforms raw financial transactions into a structured view of where, when and why budget overruns are occurring.</a:t>
            </a:r>
            <a:endParaRPr lang="en-US" altLang="en-US" sz="2400">
              <a:solidFill>
                <a:schemeClr val="bg1"/>
              </a:solidFill>
            </a:endParaRPr>
          </a:p>
          <a:p>
            <a:endParaRPr lang="en-US" altLang="en-US" sz="2400">
              <a:solidFill>
                <a:schemeClr val="bg1"/>
              </a:solidFill>
            </a:endParaRPr>
          </a:p>
          <a:p>
            <a:r>
              <a:rPr lang="en-US" altLang="en-US" sz="2400">
                <a:solidFill>
                  <a:schemeClr val="bg1"/>
                </a:solidFill>
              </a:rPr>
              <a:t>Rather than focusing only on total spending, the analysis provides management with multiple levels of visibility, from overall performance to specific department-category combinations and regional drivers.</a:t>
            </a:r>
            <a:endParaRPr lang="en-US" altLang="en-US" sz="2400">
              <a:solidFill>
                <a:schemeClr val="bg1"/>
              </a:solidFill>
            </a:endParaRPr>
          </a:p>
          <a:p>
            <a:endParaRPr lang="en-US" altLang="en-US" sz="2400">
              <a:solidFill>
                <a:schemeClr val="bg1"/>
              </a:solidFill>
            </a:endParaRPr>
          </a:p>
          <a:p>
            <a:r>
              <a:rPr lang="en-US" altLang="en-US" sz="2400">
                <a:solidFill>
                  <a:schemeClr val="bg1"/>
                </a:solidFill>
              </a:rPr>
              <a:t>This supports more targeted budget monitoring, cost control and future budget planning.</a:t>
            </a:r>
            <a:endParaRPr lang="en-US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42975" y="800100"/>
            <a:ext cx="10369550" cy="3561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accent1"/>
                </a:solidFill>
              </a:rPr>
              <a:t>Conclusion</a:t>
            </a:r>
            <a:endParaRPr lang="en-US" altLang="en-US" sz="2400" b="1">
              <a:solidFill>
                <a:schemeClr val="accent1"/>
              </a:solidFill>
            </a:endParaRPr>
          </a:p>
          <a:p>
            <a:endParaRPr lang="en-US" altLang="en-US" sz="2000">
              <a:solidFill>
                <a:schemeClr val="bg1"/>
              </a:solidFill>
            </a:endParaRPr>
          </a:p>
          <a:p>
            <a:r>
              <a:rPr lang="en-US" altLang="en-US" sz="2400">
                <a:solidFill>
                  <a:schemeClr val="bg1"/>
                </a:solidFill>
              </a:rPr>
              <a:t>The company exceeded its allocated budget by ₦94.8M across the three-year period. Overspending was widespread, with Marketing, Salaries and the East region emerging as key areas requiring attention.</a:t>
            </a:r>
            <a:endParaRPr lang="en-US" altLang="en-US" sz="2400">
              <a:solidFill>
                <a:schemeClr val="bg1"/>
              </a:solidFill>
            </a:endParaRPr>
          </a:p>
          <a:p>
            <a:endParaRPr lang="en-US" altLang="en-US" sz="2400">
              <a:solidFill>
                <a:schemeClr val="bg1"/>
              </a:solidFill>
            </a:endParaRPr>
          </a:p>
          <a:p>
            <a:r>
              <a:rPr lang="en-US" altLang="en-US" sz="2400">
                <a:solidFill>
                  <a:schemeClr val="bg1"/>
                </a:solidFill>
              </a:rPr>
              <a:t>The analysis indicates that improving budget performance will require both stronger expenditure monitoring and a review of whether current budget allocations accurately reflect operational spending requirements.</a:t>
            </a:r>
            <a:endParaRPr lang="en-US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381]}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381]}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381]}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381]}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381]}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381]}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65&quot;:[20205081],&quot;70&quot;:[33123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WPS Presentation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Bussie</dc:creator>
  <cp:lastModifiedBy>Omoniyi Busayo</cp:lastModifiedBy>
  <cp:revision>1</cp:revision>
  <dcterms:created xsi:type="dcterms:W3CDTF">2026-09-13T19:29:41Z</dcterms:created>
  <dcterms:modified xsi:type="dcterms:W3CDTF">2026-09-13T19:29:41Z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86FE790847BC41F4988A7F7DA8B22040_11</vt:lpwstr>
  </property>
</Properties>
</file>
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340100" y="2555240"/>
            <a:ext cx="532066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EXECUTIVE DASHBOARD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Executive 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35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10865" y="2555240"/>
            <a:ext cx="597090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PROFITABILITY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DASHBOARD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fitability insigh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46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435985" y="2555240"/>
            <a:ext cx="532066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CUSTOMER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DASHBOARD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ustomer Insigh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122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89860" y="2555240"/>
            <a:ext cx="6812915" cy="174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TIME ANALYSIS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5400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TREND</a:t>
            </a:r>
            <a:endParaRPr lang="en-US" sz="5400" b="1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me Analysi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11685" cy="6857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WPS Presentation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Bussie</dc:creator>
  <cp:lastModifiedBy>Omoniyi Busayo</cp:lastModifiedBy>
  <cp:revision>1</cp:revision>
  <dcterms:created xsi:type="dcterms:W3CDTF">2026-09-13T19:51:20Z</dcterms:created>
  <dcterms:modified xsi:type="dcterms:W3CDTF">2026-09-13T19:51:20Z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ED1A30FF591840AEA1A6368582DBEC18_11</vt:lpwstr>
  </property>
</Properties>
</file>